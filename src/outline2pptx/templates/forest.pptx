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" y="2200000"/>
            <a:ext cx="10911840" cy="15000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" y="3800000"/>
            <a:ext cx="10911840" cy="800000"/>
          </a:xfrm>
        </p:spPr>
        <p:txBody>
          <a:bodyPr/>
          <a:lstStyle>
            <a:lvl1pPr>
              <a:defRPr sz="2000"/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00000"/>
            <a:ext cx="1091184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600000"/>
            <a:ext cx="10911840" cy="1500000"/>
          </a:xfrm>
        </p:spPr>
        <p:txBody>
          <a:bodyPr anchor="t"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840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50000"/>
            <a:ext cx="5303520" cy="650000"/>
          </a:xfrm>
        </p:spPr>
        <p:txBody>
          <a:bodyPr anchor="b"/>
          <a:lstStyle>
            <a:lvl1pPr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400000"/>
            <a:ext cx="5303520" cy="36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48400" y="1650000"/>
            <a:ext cx="5303520" cy="650000"/>
          </a:xfrm>
        </p:spPr>
        <p:txBody>
          <a:bodyPr anchor="b"/>
          <a:lstStyle>
            <a:lvl1pPr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48400" y="2400000"/>
            <a:ext cx="5303520" cy="36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600000"/>
            <a:ext cx="10911840" cy="15000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00000"/>
            <a:ext cx="1091184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ex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10911840" cy="10000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248400" y="1700000"/>
            <a:ext cx="5303520" cy="4300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0" y="1700000"/>
            <a:ext cx="5303520" cy="4300000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400000"/>
            <a:ext cx="10911840" cy="15000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4000000"/>
            <a:ext cx="10911840" cy="700000"/>
          </a:xfrm>
        </p:spPr>
        <p:txBody>
          <a:bodyPr/>
          <a:lstStyle>
            <a:lvl1pPr>
              <a:defRPr sz="2000"/>
            </a:lvl1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" y="6200000"/>
            <a:ext cx="3500000" cy="40005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346000" y="6200000"/>
            <a:ext cx="3500000" cy="40005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51920" y="6200000"/>
            <a:ext cx="3500000" cy="40005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4600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51920" y="6200000"/>
            <a:ext cx="3500000" cy="400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6" r:id="rId8"/>
    <p:sldLayoutId id="2147483657" r:id="rId9"/>
    <p:sldLayoutId id="2147483658" r:id="rId10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5803D"/>
      </a:dk2>
      <a:lt2>
        <a:srgbClr val="EEECE1"/>
      </a:lt2>
      <a:accent1>
        <a:srgbClr val="15803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oppi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