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200000"/>
            <a:ext cx="10911840" cy="1500000"/>
          </a:xfrm>
        </p:spPr>
        <p:txBody>
          <a:bodyPr/>
          <a:lstStyle>
            <a:lvl1pPr marL="0" indent="0" algn="ctr">
              <a:buNone/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800000"/>
            <a:ext cx="10911840" cy="800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10911840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2276856" y="1700000"/>
            <a:ext cx="7638288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Strip 8"/>
          <p:cNvSpPr/>
          <p:nvPr/>
        </p:nvSpPr>
        <p:spPr>
          <a:xfrm>
            <a:off x="10624414" y="1700000"/>
            <a:ext cx="1567586" cy="43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ontent Placeholder 9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9656978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5368625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5368625" cy="38528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183295" y="1700000"/>
            <a:ext cx="5368625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6183295" y="2147200"/>
            <a:ext cx="5368625" cy="38528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5368625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183295" y="1700000"/>
            <a:ext cx="5368625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de and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7216364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7216364" cy="38528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8031033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8031033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Narrow and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335556" y="1700000"/>
            <a:ext cx="7216364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4335556" y="2147200"/>
            <a:ext cx="7216364" cy="38528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335556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4335556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8031033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half" idx="18"/>
          </p:nvPr>
        </p:nvSpPr>
        <p:spPr>
          <a:xfrm>
            <a:off x="8031033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3520887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4335556" y="1700000"/>
            <a:ext cx="3520887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8031033" y="1700000"/>
            <a:ext cx="3520887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2597018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2597018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411687" y="1700000"/>
            <a:ext cx="2597018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3411687" y="2147200"/>
            <a:ext cx="2597018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183295" y="1700000"/>
            <a:ext cx="2597018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half" idx="18"/>
          </p:nvPr>
        </p:nvSpPr>
        <p:spPr>
          <a:xfrm>
            <a:off x="6183295" y="2147200"/>
            <a:ext cx="2597018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8954902" y="1700000"/>
            <a:ext cx="2597018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5" name="Content Placeholder 15"/>
          <p:cNvSpPr>
            <a:spLocks noGrp="1"/>
          </p:cNvSpPr>
          <p:nvPr>
            <p:ph sz="half" idx="20"/>
          </p:nvPr>
        </p:nvSpPr>
        <p:spPr>
          <a:xfrm>
            <a:off x="8954902" y="2147200"/>
            <a:ext cx="2597018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el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5368625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5368625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183295" y="1700000"/>
            <a:ext cx="5368625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6183295" y="2147200"/>
            <a:ext cx="5368625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40080" y="3942450"/>
            <a:ext cx="5368625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half" idx="18"/>
          </p:nvPr>
        </p:nvSpPr>
        <p:spPr>
          <a:xfrm>
            <a:off x="640080" y="4389650"/>
            <a:ext cx="5368625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183295" y="3942450"/>
            <a:ext cx="5368625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5" name="Content Placeholder 15"/>
          <p:cNvSpPr>
            <a:spLocks noGrp="1"/>
          </p:cNvSpPr>
          <p:nvPr>
            <p:ph sz="half" idx="20"/>
          </p:nvPr>
        </p:nvSpPr>
        <p:spPr>
          <a:xfrm>
            <a:off x="6183295" y="4389650"/>
            <a:ext cx="5368625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Fiel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3520887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335556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4335556" y="2147200"/>
            <a:ext cx="3520887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8031033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half" idx="18"/>
          </p:nvPr>
        </p:nvSpPr>
        <p:spPr>
          <a:xfrm>
            <a:off x="8031033" y="2147200"/>
            <a:ext cx="3520887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" y="394245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5" name="Content Placeholder 15"/>
          <p:cNvSpPr>
            <a:spLocks noGrp="1"/>
          </p:cNvSpPr>
          <p:nvPr>
            <p:ph sz="half" idx="20"/>
          </p:nvPr>
        </p:nvSpPr>
        <p:spPr>
          <a:xfrm>
            <a:off x="640080" y="4389650"/>
            <a:ext cx="3520887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21"/>
          </p:nvPr>
        </p:nvSpPr>
        <p:spPr>
          <a:xfrm>
            <a:off x="4335556" y="394245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7" name="Content Placeholder 17"/>
          <p:cNvSpPr>
            <a:spLocks noGrp="1"/>
          </p:cNvSpPr>
          <p:nvPr>
            <p:ph sz="half" idx="22"/>
          </p:nvPr>
        </p:nvSpPr>
        <p:spPr>
          <a:xfrm>
            <a:off x="4335556" y="4389650"/>
            <a:ext cx="3520887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23"/>
          </p:nvPr>
        </p:nvSpPr>
        <p:spPr>
          <a:xfrm>
            <a:off x="8031033" y="394245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9" name="Content Placeholder 19"/>
          <p:cNvSpPr>
            <a:spLocks noGrp="1"/>
          </p:cNvSpPr>
          <p:nvPr>
            <p:ph sz="half" idx="24"/>
          </p:nvPr>
        </p:nvSpPr>
        <p:spPr>
          <a:xfrm>
            <a:off x="8031033" y="4389650"/>
            <a:ext cx="3520887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10911840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10911840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40080" y="3942450"/>
            <a:ext cx="10911840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640080" y="4389650"/>
            <a:ext cx="10911840" cy="16103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10911840" cy="1310067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3194967"/>
            <a:ext cx="10911840" cy="1310067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640080" y="4689933"/>
            <a:ext cx="10911840" cy="1310067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2409500"/>
            <a:ext cx="10911840" cy="15308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4060700"/>
            <a:ext cx="10911840" cy="5117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idx="13"/>
          </p:nvPr>
        </p:nvSpPr>
        <p:spPr>
          <a:xfrm>
            <a:off x="6183295" y="1184000"/>
            <a:ext cx="5368625" cy="4816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640080" y="2203100"/>
            <a:ext cx="5368625" cy="18361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40080" y="4142400"/>
            <a:ext cx="5368625" cy="5117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idx="13"/>
          </p:nvPr>
        </p:nvSpPr>
        <p:spPr>
          <a:xfrm>
            <a:off x="640080" y="1184000"/>
            <a:ext cx="5368625" cy="4816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6183295" y="2203100"/>
            <a:ext cx="5368625" cy="18361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183295" y="4142400"/>
            <a:ext cx="5368625" cy="5117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idx="13"/>
          </p:nvPr>
        </p:nvSpPr>
        <p:spPr>
          <a:xfrm>
            <a:off x="640080" y="1184000"/>
            <a:ext cx="10911840" cy="2967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8" name="Title 8"/>
          <p:cNvSpPr>
            <a:spLocks noGrp="1"/>
          </p:cNvSpPr>
          <p:nvPr>
            <p:ph type="title"/>
          </p:nvPr>
        </p:nvSpPr>
        <p:spPr>
          <a:xfrm>
            <a:off x="640080" y="4409000"/>
            <a:ext cx="10911840" cy="10191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40080" y="5423800"/>
            <a:ext cx="10911840" cy="5117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idx="13"/>
          </p:nvPr>
        </p:nvSpPr>
        <p:spPr>
          <a:xfrm>
            <a:off x="6183295" y="1184000"/>
            <a:ext cx="5368625" cy="2322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4"/>
          </p:nvPr>
        </p:nvSpPr>
        <p:spPr>
          <a:xfrm>
            <a:off x="6183295" y="3699500"/>
            <a:ext cx="5368625" cy="23005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Title 9"/>
          <p:cNvSpPr>
            <a:spLocks noGrp="1"/>
          </p:cNvSpPr>
          <p:nvPr>
            <p:ph type="title"/>
          </p:nvPr>
        </p:nvSpPr>
        <p:spPr>
          <a:xfrm>
            <a:off x="640080" y="2203100"/>
            <a:ext cx="5368625" cy="1836100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40080" y="4142400"/>
            <a:ext cx="5368625" cy="5117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5368625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183295" y="1700000"/>
            <a:ext cx="5368625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5368625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183295" y="1700000"/>
            <a:ext cx="5368625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530352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5368625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096000" y="0"/>
            <a:ext cx="6096000" cy="61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248400" y="457200"/>
            <a:ext cx="530352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0" y="0"/>
            <a:ext cx="6096000" cy="61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183295" y="1700000"/>
            <a:ext cx="5368625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10911840" cy="23865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4271400"/>
            <a:ext cx="10911840" cy="17286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bov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10911840" cy="1634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40080" y="3514600"/>
            <a:ext cx="10911840" cy="24854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8238439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9053109" y="1700000"/>
            <a:ext cx="2498811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tri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2498811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3313481" y="1700000"/>
            <a:ext cx="8238439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7834701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8649371" y="1700000"/>
            <a:ext cx="2902549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649371" y="3942450"/>
            <a:ext cx="2902549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5368625" cy="2752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183295" y="1700000"/>
            <a:ext cx="5368625" cy="2752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640080" y="4624000"/>
            <a:ext cx="5368625" cy="1376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6183295" y="4624000"/>
            <a:ext cx="5368625" cy="1376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352088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335556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4335556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8031033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2" name="Content Placeholder 12"/>
          <p:cNvSpPr>
            <a:spLocks noGrp="1"/>
          </p:cNvSpPr>
          <p:nvPr>
            <p:ph sz="half" idx="17"/>
          </p:nvPr>
        </p:nvSpPr>
        <p:spPr>
          <a:xfrm>
            <a:off x="8031033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0080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335556" y="1700000"/>
            <a:ext cx="3520887" cy="3655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4335556" y="2147200"/>
            <a:ext cx="3520887" cy="3852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idx="17"/>
          </p:nvPr>
        </p:nvSpPr>
        <p:spPr>
          <a:xfrm>
            <a:off x="8031033" y="1700000"/>
            <a:ext cx="352088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, Pictur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2858902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3673572" y="1700000"/>
            <a:ext cx="484485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8693018" y="1700000"/>
            <a:ext cx="2858902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3520887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40080" y="3942450"/>
            <a:ext cx="3520887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4335556" y="1700000"/>
            <a:ext cx="7216364" cy="4300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4364736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5179405" y="1700000"/>
            <a:ext cx="3098963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452957" y="1700000"/>
            <a:ext cx="3098963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3520887" cy="20575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40080" y="3942450"/>
            <a:ext cx="3520887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4335556" y="1700000"/>
            <a:ext cx="7216364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il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5368625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183295" y="1700000"/>
            <a:ext cx="5368625" cy="205755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6183295" y="3942450"/>
            <a:ext cx="2597018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idx="16"/>
          </p:nvPr>
        </p:nvSpPr>
        <p:spPr>
          <a:xfrm>
            <a:off x="8954902" y="3942450"/>
            <a:ext cx="2597018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3520887" cy="215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4335556" y="1700000"/>
            <a:ext cx="3520887" cy="215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031033" y="1700000"/>
            <a:ext cx="3520887" cy="215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640080" y="4022000"/>
            <a:ext cx="3520887" cy="197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2" name="Content Placeholder 12"/>
          <p:cNvSpPr>
            <a:spLocks noGrp="1"/>
          </p:cNvSpPr>
          <p:nvPr>
            <p:ph sz="half" idx="17"/>
          </p:nvPr>
        </p:nvSpPr>
        <p:spPr>
          <a:xfrm>
            <a:off x="4335556" y="4022000"/>
            <a:ext cx="3520887" cy="197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half" idx="18"/>
          </p:nvPr>
        </p:nvSpPr>
        <p:spPr>
          <a:xfrm>
            <a:off x="8031033" y="4022000"/>
            <a:ext cx="3520887" cy="1978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10911840" cy="1530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40080" y="3420000"/>
            <a:ext cx="3520887" cy="258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4335556" y="3420000"/>
            <a:ext cx="3520887" cy="258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idx="16"/>
          </p:nvPr>
        </p:nvSpPr>
        <p:spPr>
          <a:xfrm>
            <a:off x="8031033" y="3420000"/>
            <a:ext cx="3520887" cy="258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10911840" cy="1935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40080" y="3824200"/>
            <a:ext cx="3520887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half" idx="15"/>
          </p:nvPr>
        </p:nvSpPr>
        <p:spPr>
          <a:xfrm>
            <a:off x="4335556" y="3824200"/>
            <a:ext cx="3520887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8031033" y="3824200"/>
            <a:ext cx="3520887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Abov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5368625" cy="17329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half" idx="14"/>
          </p:nvPr>
        </p:nvSpPr>
        <p:spPr>
          <a:xfrm>
            <a:off x="6183295" y="1700000"/>
            <a:ext cx="5368625" cy="17329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640080" y="3617800"/>
            <a:ext cx="10911840" cy="23822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Abov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3520887" cy="20425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4335556" y="1700000"/>
            <a:ext cx="3520887" cy="20425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031033" y="1700000"/>
            <a:ext cx="3520887" cy="20425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16"/>
          </p:nvPr>
        </p:nvSpPr>
        <p:spPr>
          <a:xfrm>
            <a:off x="640080" y="3923100"/>
            <a:ext cx="10911840" cy="20769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13"/>
          </p:nvPr>
        </p:nvSpPr>
        <p:spPr>
          <a:xfrm>
            <a:off x="640080" y="1700000"/>
            <a:ext cx="4364736" cy="43000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5179405" y="1700000"/>
            <a:ext cx="3098963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452957" y="1700000"/>
            <a:ext cx="3098963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idx="16"/>
          </p:nvPr>
        </p:nvSpPr>
        <p:spPr>
          <a:xfrm>
            <a:off x="5179405" y="3942450"/>
            <a:ext cx="3098963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idx="17"/>
          </p:nvPr>
        </p:nvSpPr>
        <p:spPr>
          <a:xfrm>
            <a:off x="8452957" y="3942450"/>
            <a:ext cx="3098963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2597018" cy="19393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3411687" y="1700000"/>
            <a:ext cx="2597018" cy="19393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6183295" y="1700000"/>
            <a:ext cx="2597018" cy="19393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idx="16"/>
          </p:nvPr>
        </p:nvSpPr>
        <p:spPr>
          <a:xfrm>
            <a:off x="8954902" y="1700000"/>
            <a:ext cx="2597018" cy="19393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2" name="Content Placeholder 12"/>
          <p:cNvSpPr>
            <a:spLocks noGrp="1"/>
          </p:cNvSpPr>
          <p:nvPr>
            <p:ph sz="half" idx="17"/>
          </p:nvPr>
        </p:nvSpPr>
        <p:spPr>
          <a:xfrm>
            <a:off x="640080" y="3824200"/>
            <a:ext cx="2597018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half" idx="18"/>
          </p:nvPr>
        </p:nvSpPr>
        <p:spPr>
          <a:xfrm>
            <a:off x="3411687" y="3824200"/>
            <a:ext cx="2597018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half" idx="19"/>
          </p:nvPr>
        </p:nvSpPr>
        <p:spPr>
          <a:xfrm>
            <a:off x="6183295" y="3824200"/>
            <a:ext cx="2597018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  <p:sp>
        <p:nvSpPr>
          <p:cNvPr id="15" name="Content Placeholder 15"/>
          <p:cNvSpPr>
            <a:spLocks noGrp="1"/>
          </p:cNvSpPr>
          <p:nvPr>
            <p:ph sz="half" idx="20"/>
          </p:nvPr>
        </p:nvSpPr>
        <p:spPr>
          <a:xfrm>
            <a:off x="8954902" y="3824200"/>
            <a:ext cx="2597018" cy="2175800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10911840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Larg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5368625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183295" y="1700000"/>
            <a:ext cx="5368625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Narrow and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352088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4335556" y="1700000"/>
            <a:ext cx="7216364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7216364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8031033" y="1700000"/>
            <a:ext cx="3520887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031033" y="3942450"/>
            <a:ext cx="3520887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352088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4335556" y="1700000"/>
            <a:ext cx="352088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8031033" y="1700000"/>
            <a:ext cx="3520887" cy="430000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457200"/>
            <a:ext cx="10911840" cy="10000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idx="13"/>
          </p:nvPr>
        </p:nvSpPr>
        <p:spPr>
          <a:xfrm>
            <a:off x="640080" y="1700000"/>
            <a:ext cx="5368625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idx="14"/>
          </p:nvPr>
        </p:nvSpPr>
        <p:spPr>
          <a:xfrm>
            <a:off x="6183295" y="1700000"/>
            <a:ext cx="5368625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0" name="Picture Placeholder 10"/>
          <p:cNvSpPr>
            <a:spLocks noGrp="1"/>
          </p:cNvSpPr>
          <p:nvPr>
            <p:ph type="pic" idx="15"/>
          </p:nvPr>
        </p:nvSpPr>
        <p:spPr>
          <a:xfrm>
            <a:off x="640080" y="3942450"/>
            <a:ext cx="5368625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idx="16"/>
          </p:nvPr>
        </p:nvSpPr>
        <p:spPr>
          <a:xfrm>
            <a:off x="6183295" y="3942450"/>
            <a:ext cx="5368625" cy="2057550"/>
          </a:xfrm>
        </p:spPr>
        <p:txBody>
          <a:bodyPr/>
          <a:lstStyle/>
          <a:p>
            <a:r>
              <a:rPr lang="en-US"/>
              <a:t>Picture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6200000"/>
            <a:ext cx="3500000" cy="4000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6000" y="6200000"/>
            <a:ext cx="3500000" cy="4000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51920" y="6200000"/>
            <a:ext cx="3500000" cy="4000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7"/>
          <p:cNvSpPr>
            <a:spLocks noGrp="1"/>
          </p:cNvSpPr>
          <p:nvPr>
            <p:ph type="title"/>
          </p:nvPr>
        </p:nvSpPr>
        <p:spPr>
          <a:xfrm>
            <a:off x="640080" y="2400000"/>
            <a:ext cx="10911840" cy="1500000"/>
          </a:xfrm>
        </p:spPr>
        <p:txBody>
          <a:bodyPr/>
          <a:lstStyle>
            <a:lvl1pPr marL="0" indent="0" algn="ctr">
              <a:buNone/>
              <a:defRPr sz="40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"/>
          </p:nvPr>
        </p:nvSpPr>
        <p:spPr>
          <a:xfrm>
            <a:off x="640080" y="4000000"/>
            <a:ext cx="10911840" cy="700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Text Placeholder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4600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920" y="6200000"/>
            <a:ext cx="3500000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5803D"/>
      </a:dk2>
      <a:lt2>
        <a:srgbClr val="EEECE1"/>
      </a:lt2>
      <a:accent1>
        <a:srgbClr val="15803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