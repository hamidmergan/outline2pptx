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2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3800000"/>
            <a:ext cx="10911840" cy="800000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 anchor="t"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50000"/>
            <a:ext cx="5303520" cy="650000"/>
          </a:xfrm>
        </p:spPr>
        <p:txBody>
          <a:bodyPr anchor="b"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8400" y="1650000"/>
            <a:ext cx="5303520" cy="650000"/>
          </a:xfrm>
        </p:spPr>
        <p:txBody>
          <a:bodyPr anchor="b"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840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ex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4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4000000"/>
            <a:ext cx="10911840" cy="700000"/>
          </a:xfrm>
        </p:spPr>
        <p:txBody>
          <a:bodyPr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57" r:id="rId9"/>
    <p:sldLayoutId id="2147483658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5803D"/>
      </a:dk2>
      <a:lt2>
        <a:srgbClr val="EEECE1"/>
      </a:lt2>
      <a:accent1>
        <a:srgbClr val="15803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