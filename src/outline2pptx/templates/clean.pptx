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2200000"/>
            <a:ext cx="10911840" cy="1500000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3800000"/>
            <a:ext cx="10911840" cy="80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00000"/>
            <a:ext cx="10911840" cy="43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600000"/>
            <a:ext cx="10911840" cy="1500000"/>
          </a:xfrm>
        </p:spPr>
        <p:txBody>
          <a:bodyPr anchor="t"/>
          <a:lstStyle>
            <a:lvl1pPr marL="0" indent="0">
              <a:buNone/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0000"/>
            <a:ext cx="5303520" cy="43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700000"/>
            <a:ext cx="5303520" cy="43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50000"/>
            <a:ext cx="5303520" cy="650000"/>
          </a:xfrm>
        </p:spPr>
        <p:txBody>
          <a:bodyPr anchor="b"/>
          <a:lstStyle>
            <a:lvl1pPr marL="0" indent="0">
              <a:buNone/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400000"/>
            <a:ext cx="5303520" cy="36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650000"/>
            <a:ext cx="5303520" cy="650000"/>
          </a:xfrm>
        </p:spPr>
        <p:txBody>
          <a:bodyPr anchor="b"/>
          <a:lstStyle>
            <a:lvl1pPr marL="0" indent="0">
              <a:buNone/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400000"/>
            <a:ext cx="5303520" cy="36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600000"/>
            <a:ext cx="10911840" cy="1500000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 anchor="b"/>
          <a:lstStyle>
            <a:lvl1pPr marL="0" indent="0">
              <a:buNone/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00000"/>
            <a:ext cx="10911840" cy="43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 anchor="b"/>
          <a:lstStyle>
            <a:lvl1pPr marL="0" indent="0">
              <a:buNone/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48400" y="1700000"/>
            <a:ext cx="5303520" cy="430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1700000"/>
            <a:ext cx="5303520" cy="430000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400000"/>
            <a:ext cx="10911840" cy="1500000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4000000"/>
            <a:ext cx="10911840" cy="70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200000"/>
            <a:ext cx="350000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6000" y="6200000"/>
            <a:ext cx="350000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1920" y="6200000"/>
            <a:ext cx="350000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57" r:id="rId9"/>
    <p:sldLayoutId id="2147483658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63EB"/>
      </a:dk2>
      <a:lt2>
        <a:srgbClr val="EEECE1"/>
      </a:lt2>
      <a:accent1>
        <a:srgbClr val="2563E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