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2276856" y="1700000"/>
            <a:ext cx="7638288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with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Strip 8"/>
          <p:cNvSpPr/>
          <p:nvPr/>
        </p:nvSpPr>
        <p:spPr>
          <a:xfrm>
            <a:off x="10624414" y="1700000"/>
            <a:ext cx="1567586" cy="430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Content Placeholder 9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9656978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5368625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183295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2147200"/>
            <a:ext cx="5368625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Wide and 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7216364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7216364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Narrow and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7216364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7216364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4335556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8031033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3411687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3411687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6183295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6183295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8954902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8954902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el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183295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214720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640080" y="394245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640080" y="438965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83295" y="394245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6183295" y="438965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Fiel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40080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640080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6" name="Text Placeholder 16"/>
          <p:cNvSpPr>
            <a:spLocks noGrp="1"/>
          </p:cNvSpPr>
          <p:nvPr>
            <p:ph type="body" sz="quarter" idx="21"/>
          </p:nvPr>
        </p:nvSpPr>
        <p:spPr>
          <a:xfrm>
            <a:off x="4335556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7" name="Content Placeholder 17"/>
          <p:cNvSpPr>
            <a:spLocks noGrp="1"/>
          </p:cNvSpPr>
          <p:nvPr>
            <p:ph sz="half" idx="22"/>
          </p:nvPr>
        </p:nvSpPr>
        <p:spPr>
          <a:xfrm>
            <a:off x="4335556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8" name="Text Placeholder 18"/>
          <p:cNvSpPr>
            <a:spLocks noGrp="1"/>
          </p:cNvSpPr>
          <p:nvPr>
            <p:ph type="body" sz="quarter" idx="23"/>
          </p:nvPr>
        </p:nvSpPr>
        <p:spPr>
          <a:xfrm>
            <a:off x="8031033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9" name="Content Placeholder 19"/>
          <p:cNvSpPr>
            <a:spLocks noGrp="1"/>
          </p:cNvSpPr>
          <p:nvPr>
            <p:ph sz="half" idx="24"/>
          </p:nvPr>
        </p:nvSpPr>
        <p:spPr>
          <a:xfrm>
            <a:off x="8031033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10911840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10911840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40080" y="3942450"/>
            <a:ext cx="10911840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4389650"/>
            <a:ext cx="10911840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3194967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640080" y="4689933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2409500"/>
            <a:ext cx="10911840" cy="15308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4060700"/>
            <a:ext cx="10911840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183295" y="1184000"/>
            <a:ext cx="5368625" cy="4816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40080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40080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40080" y="1184000"/>
            <a:ext cx="5368625" cy="4816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183295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183295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40080" y="1184000"/>
            <a:ext cx="10911840" cy="2967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40080" y="4409000"/>
            <a:ext cx="10911840" cy="1019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40080" y="5423800"/>
            <a:ext cx="10911840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183295" y="1184000"/>
            <a:ext cx="5368625" cy="232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4"/>
          </p:nvPr>
        </p:nvSpPr>
        <p:spPr>
          <a:xfrm>
            <a:off x="6183295" y="3699500"/>
            <a:ext cx="5368625" cy="2300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Title 9"/>
          <p:cNvSpPr>
            <a:spLocks noGrp="1"/>
          </p:cNvSpPr>
          <p:nvPr>
            <p:ph type="title"/>
          </p:nvPr>
        </p:nvSpPr>
        <p:spPr>
          <a:xfrm>
            <a:off x="640080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40080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530352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096000" y="0"/>
            <a:ext cx="6096000" cy="61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ext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248400" y="457200"/>
            <a:ext cx="530352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0" y="0"/>
            <a:ext cx="6096000" cy="61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bov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2386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4271400"/>
            <a:ext cx="10911840" cy="17286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bov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634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514600"/>
            <a:ext cx="10911840" cy="24854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8238439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9053109" y="1700000"/>
            <a:ext cx="2498811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Strip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2498811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3313481" y="1700000"/>
            <a:ext cx="8238439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7834701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8649371" y="1700000"/>
            <a:ext cx="2902549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649371" y="3942450"/>
            <a:ext cx="2902549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275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275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640080" y="4624000"/>
            <a:ext cx="5368625" cy="1376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4624000"/>
            <a:ext cx="5368625" cy="1376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idx="17"/>
          </p:nvPr>
        </p:nvSpPr>
        <p:spPr>
          <a:xfrm>
            <a:off x="8031033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Pictur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2858902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3673572" y="1700000"/>
            <a:ext cx="484485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8693018" y="1700000"/>
            <a:ext cx="2858902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1700000"/>
            <a:ext cx="7216364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4364736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5179405" y="1700000"/>
            <a:ext cx="3098963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452957" y="1700000"/>
            <a:ext cx="3098963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3520887" cy="20575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4335556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il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20575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183295" y="3942450"/>
            <a:ext cx="2597018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954902" y="3942450"/>
            <a:ext cx="2597018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4335556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530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4335556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031033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bove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1935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8031033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Abov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1732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1732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40080" y="3617800"/>
            <a:ext cx="10911840" cy="23822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 Abov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3923100"/>
            <a:ext cx="10911840" cy="2076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4364736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5179405" y="170000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452957" y="170000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5179405" y="394245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idx="17"/>
          </p:nvPr>
        </p:nvSpPr>
        <p:spPr>
          <a:xfrm>
            <a:off x="8452957" y="394245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3411687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183295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954902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640080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3411687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Content Placeholder 14"/>
          <p:cNvSpPr>
            <a:spLocks noGrp="1"/>
          </p:cNvSpPr>
          <p:nvPr>
            <p:ph sz="half" idx="19"/>
          </p:nvPr>
        </p:nvSpPr>
        <p:spPr>
          <a:xfrm>
            <a:off x="6183295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8954902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Larg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Narrow and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T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8031033" y="170000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40080" y="394245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6183295" y="394245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Relationship Id="rId43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43.xml"/><Relationship Id="rId45" Type="http://schemas.openxmlformats.org/officeDocument/2006/relationships/slideLayout" Target="../slideLayouts/slideLayout44.xml"/><Relationship Id="rId46" Type="http://schemas.openxmlformats.org/officeDocument/2006/relationships/slideLayout" Target="../slideLayouts/slideLayout45.xml"/><Relationship Id="rId47" Type="http://schemas.openxmlformats.org/officeDocument/2006/relationships/slideLayout" Target="../slideLayouts/slideLayout46.xml"/><Relationship Id="rId48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8.xml"/><Relationship Id="rId50" Type="http://schemas.openxmlformats.org/officeDocument/2006/relationships/slideLayout" Target="../slideLayouts/slideLayout49.xml"/><Relationship Id="rId51" Type="http://schemas.openxmlformats.org/officeDocument/2006/relationships/slideLayout" Target="../slideLayouts/slideLayout50.xml"/><Relationship Id="rId52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63EB"/>
      </a:dk2>
      <a:lt2>
        <a:srgbClr val="EEECE1"/>
      </a:lt2>
      <a:accent1>
        <a:srgbClr val="2563EB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